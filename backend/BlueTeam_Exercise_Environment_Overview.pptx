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環境説明資料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Meiryo"/>
              </a:defRPr>
            </a:pPr>
            <a:r>
              <a:t>demo-bank backend (Apache / Spring Boot / PostgreSQL)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Meiryo"/>
              </a:defRPr>
            </a:pPr>
            <a:r>
              <a:t>この資料は『どういう環境か』『どこにログが出るか』を共有するためのものです。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Meiryo"/>
              </a:defRPr>
            </a:pPr>
            <a:r>
              <a:t>対象: Webサーバ、業務ロジック、DBの3層。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Meiryo"/>
              </a:defRPr>
            </a:pPr>
            <a:r>
              <a:t>用途: 監視設定、障害切り分け、運用引き継ぎ。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1. 環境構成図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Meiryo"/>
              </a:defRPr>
            </a:pPr>
            <a:r>
              <a:t>3層構成と主要ログ保管場所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2011680"/>
          </a:xfrm>
          <a:prstGeom prst="roundRect">
            <a:avLst/>
          </a:prstGeom>
          <a:solidFill>
            <a:srgbClr val="E6F5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Web: Apache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公開エンドポイントの入口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access/errorを記録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Path: /var/log/apache2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74720" cy="2011680"/>
          </a:xfrm>
          <a:prstGeom prst="roundRect">
            <a:avLst/>
          </a:prstGeom>
          <a:solidFill>
            <a:srgbClr val="EBFAEE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Logic: 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59152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ebank-api本体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業務ログ/監査ログ/セキュリティログ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Path: /opt/ebank-api/app/logs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00400" cy="2011680"/>
          </a:xfrm>
          <a:prstGeom prst="roundRect">
            <a:avLst/>
          </a:prstGeom>
          <a:solidFill>
            <a:srgbClr val="FFF5E6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938528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DB: PostgreSQL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359152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bank_appデータベース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DBサーバログを記録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Path: /var/lib/postgresql/16/main/log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2834640"/>
            <a:ext cx="365760" cy="0"/>
          </a:xfrm>
          <a:prstGeom prst="line">
            <a:avLst/>
          </a:prstGeom>
          <a:ln w="25400">
            <a:solidFill>
              <a:srgbClr val="005C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79" y="2834640"/>
            <a:ext cx="365761" cy="0"/>
          </a:xfrm>
          <a:prstGeom prst="line">
            <a:avLst/>
          </a:prstGeom>
          <a:ln w="25400">
            <a:solidFill>
              <a:srgbClr val="005C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69663" y="2560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Meiryo"/>
              </a:defRPr>
            </a:pPr>
            <a:r>
              <a:t>HTTP/API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560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Meiryo"/>
              </a:defRPr>
            </a:pPr>
            <a:r>
              <a:t>JDBC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343400"/>
            <a:ext cx="9326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453128"/>
            <a:ext cx="9006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ログ保存先(要点)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73752"/>
            <a:ext cx="9006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Apache: access.log / error.log    Spring Boot: api.log / audit.log / security.log    PostgreSQL: postgresql-*.log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2. Webサーバログ (Apache)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972800" cy="4206240"/>
          </a:xfrm>
          <a:prstGeom prst="roundRect">
            <a:avLst/>
          </a:prstGeom>
          <a:solidFill>
            <a:srgbClr val="E6F5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出力先と内容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65276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/var/log/apache2/access.log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リクエスト元IP、時刻、メソッド、URI、ステータス、レスポンスサイズ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/var/log/apache2/error.log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Apache自体のエラー、設定不整合、上流接続エラーなど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確認コマンド例: tail -f /var/log/apache2/access.log /var/log/apache2/error.log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3. ロジックログ (Spring Boot / ebank-api)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972800" cy="4572000"/>
          </a:xfrm>
          <a:prstGeom prst="roundRect">
            <a:avLst/>
          </a:prstGeom>
          <a:solidFill>
            <a:srgbClr val="EBFAEE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92807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/opt/ebank-api/app/logs 配下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13432"/>
            <a:ext cx="10652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api.log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アプリ通常ログ (INFO/WARN/ERROR)。requestId付きで出力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audit.log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監査ログ(JSON)。業務操作の成功/失敗、actor、path、status など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security.log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セキュリティイベント(JSON)。認証関連イベント等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補足(systemd): /opt/ebank-api/logs/app.out.log と app.err.log に標準出力/標準エラー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4. DBログ (PostgreSQL)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972800" cy="4206240"/>
          </a:xfrm>
          <a:prstGeom prst="roundRect">
            <a:avLst/>
          </a:prstGeom>
          <a:solidFill>
            <a:srgbClr val="FFF5E6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出力先と内容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65276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/var/lib/postgresql/16/main/log/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接続/切断ログ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SQL実行ログ(設定に応じてDDL、遅延SQL、エラーSQLなど)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監査拡張(pgaudit利用時)の監査イベント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確認コマンド例: ls -ltr /var/lib/postgresql/16/main/log/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5. ログを見る順番 (運用向け)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1) まず Apache access.log で対象リクエストを特定 (時刻・IP・URI・status)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2) 同時刻の api.log / audit.log / security.log でアプリ処理結果を確認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3) 必要に応じて PostgreSQLログでSQLエラーや遅延を確認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4) 3層で時刻を突き合わせて、事象を一本の時系列にする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6. 追加で言っておくと良い運用ポイント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サーバ時刻同期(NTP)を全層で有効化する (時系列分析の前提)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ログローテーションと保存期間を明確化する (容量枯渇・証跡欠損を防止)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ログ閲覧権限を最小化する (個人情報・認証情報の露出抑止)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運用手順に『どのログを先に見るか』を明記する (初動短縮)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  <a:latin typeface="Meiryo"/>
              </a:defRPr>
            </a:pPr>
            <a:r>
              <a:t>可能なら集中管理(SIEM等)へ転送して横断検索できるようにする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付録A: Apacheログが出るタイミング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486400" cy="4480560"/>
          </a:xfrm>
          <a:prstGeom prst="roundRect">
            <a:avLst/>
          </a:prstGeom>
          <a:solidFill>
            <a:srgbClr val="E6F5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出力タイミング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5166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access.log (blue_combined):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HTTPリクエスト完了時に1行出力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reqid=%{X-Request-Id}i, rt_us=%D を含む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access_error_only.log: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REQUEST_STATUS &gt;= 400 の時だけ出力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error.log: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Apache内部エラー、上流接続失敗、設定警告時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91640"/>
            <a:ext cx="4846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0136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追記した主な設定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21992"/>
            <a:ext cx="4526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ServerTokens Prod / ServerSignature Off / TraceEnable Off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LogFormat ... blue_combined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CustomLog "logs/access_error_only.log" ... env=is_error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ErrorLog "logs/error.log" / LogLevel warn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remoteip_module: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RemoteIPHeader X-Forwarded-For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RemoteIPInternalProxy 127.0.0.1, ::1, 10/8, 172.16/12, 192.168.1.59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付録B: Spring Bootログが出るタイミング (ソース準拠)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972800" cy="4480560"/>
          </a:xfrm>
          <a:prstGeom prst="roundRect">
            <a:avLst/>
          </a:prstGeom>
          <a:solidFill>
            <a:srgbClr val="EBFAEE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/opt/ebank-api/app/logs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10652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api.log: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全リクエスト開始時: RequestIdFilter が requestId を採番・記録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各Controllerの処理開始/主要処理でINFO出力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例外時: GlobalExceptionHandler が 4xx=warn / 5xx=error を出力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audit.log: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業務APIの成功時 audit.success(...) で1イベント出力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業務APIの失敗時 audit.fail(...) で1イベント出力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security.log: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JWT期限切れ/不正トークン検知時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ログイン失敗バーストや異常イベント検知時(sec.emit)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  <a:latin typeface="Meiryo"/>
              </a:defRPr>
            </a:pPr>
            <a:r>
              <a:t>付録C: PostgreSQLログが出るタイミング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486400" cy="4480560"/>
          </a:xfrm>
          <a:prstGeom prst="roundRect">
            <a:avLst/>
          </a:prstGeom>
          <a:solidFill>
            <a:srgbClr val="FFF5E6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出力タイミング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5166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接続時/切断時: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log_connections=on, log_disconnections=on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DDL実行時: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log_statement='ddl'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遅延SQL: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log_min_duration_statement=500ms 超で出力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エラーSQL: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log_min_error_statement=error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ロック待ち/チェックポイント: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  - log_lock_waits=on, log_checkpoints=on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91640"/>
            <a:ext cx="4846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E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0136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  <a:latin typeface="Meiryo"/>
              </a:defRPr>
            </a:pPr>
            <a:r>
              <a:t>追記した主な設定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21992"/>
            <a:ext cx="4526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logging_collector=on / log_destination='stderr'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log_directory='log'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log_filename='postgresql-%Y-%m-%d.log'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log_rotation_age=1d / log_rotation_size=100MB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log_line_prefix='%m [%p] user=%u,db=%d,app=%a,client=%r,tx=%x '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log_truncate_on_rotation=on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Meiryo"/>
              </a:defRPr>
            </a:pPr>
            <a:r>
              <a:t>log_error_verbosity=default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